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f1a976f3e4460" /><Relationship Type="http://schemas.openxmlformats.org/officeDocument/2006/relationships/extended-properties" Target="/docProps/app.xml" Id="R2e5265946dd444a7" /><Relationship Type="http://schemas.openxmlformats.org/officeDocument/2006/relationships/officeDocument" Target="/ppt/presentation.xml" Id="R07626aa2d56345c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7471b682149486a"/>
  </p:sldMasterIdLst>
  <p:notesMasterIdLst>
    <p:notesMasterId xmlns:r="http://schemas.openxmlformats.org/officeDocument/2006/relationships" r:id="Ra452f1de482c4ad2"/>
  </p:notesMasterIdLst>
  <p:sldIdLst>
    <p:sldId xmlns:r="http://schemas.openxmlformats.org/officeDocument/2006/relationships" id="256" r:id="R47f982bc4f0547b1"/>
    <p:sldId xmlns:r="http://schemas.openxmlformats.org/officeDocument/2006/relationships" id="257" r:id="Rb7334fdc08864233"/>
    <p:sldId xmlns:r="http://schemas.openxmlformats.org/officeDocument/2006/relationships" id="258" r:id="R0f8d15b84c1140c8"/>
    <p:sldId xmlns:r="http://schemas.openxmlformats.org/officeDocument/2006/relationships" id="259" r:id="Rf5fb2983ef264d50"/>
    <p:sldId xmlns:r="http://schemas.openxmlformats.org/officeDocument/2006/relationships" id="260" r:id="Rfa31709c20084566"/>
    <p:sldId xmlns:r="http://schemas.openxmlformats.org/officeDocument/2006/relationships" id="261" r:id="R32a8ebbd15cc4fad"/>
    <p:sldId xmlns:r="http://schemas.openxmlformats.org/officeDocument/2006/relationships" id="262" r:id="Rc632fff5c32548f0"/>
    <p:sldId xmlns:r="http://schemas.openxmlformats.org/officeDocument/2006/relationships" id="263" r:id="Rcfb91d53f75f4781"/>
    <p:sldId xmlns:r="http://schemas.openxmlformats.org/officeDocument/2006/relationships" id="264" r:id="R8754e9bdca9942d7"/>
    <p:sldId xmlns:r="http://schemas.openxmlformats.org/officeDocument/2006/relationships" id="265" r:id="R4d1dfe9e9a0c482b"/>
    <p:sldId xmlns:r="http://schemas.openxmlformats.org/officeDocument/2006/relationships" id="266" r:id="Rb58815f1e561403f"/>
    <p:sldId xmlns:r="http://schemas.openxmlformats.org/officeDocument/2006/relationships" id="267" r:id="Rd35c8eda80f94bb8"/>
    <p:sldId xmlns:r="http://schemas.openxmlformats.org/officeDocument/2006/relationships" id="268" r:id="R56d2201f40154360"/>
    <p:sldId xmlns:r="http://schemas.openxmlformats.org/officeDocument/2006/relationships" id="269" r:id="R2a5119adb19d4fb3"/>
    <p:sldId xmlns:r="http://schemas.openxmlformats.org/officeDocument/2006/relationships" id="270" r:id="R6eda051b082f443d"/>
    <p:sldId xmlns:r="http://schemas.openxmlformats.org/officeDocument/2006/relationships" id="271" r:id="R24f9850aed4245fd"/>
  </p:sldIdLst>
  <p:sldSz cx="12192000" cy="6858000"/>
  <p:notesSz cx="6858000" cy="9144000"/>
  <p:embeddedFontLst>
    <p:embeddedFont>
      <p:font typeface="Roboto"/>
      <p:regular xmlns:r="http://schemas.openxmlformats.org/officeDocument/2006/relationships" r:id="R1bfe2ff9a0c5466b"/>
      <p:bold xmlns:r="http://schemas.openxmlformats.org/officeDocument/2006/relationships" r:id="Rb5aa21ddff534d8f"/>
      <p:italic xmlns:r="http://schemas.openxmlformats.org/officeDocument/2006/relationships" r:id="R5962f0c7f8804109"/>
      <p:boldItalic xmlns:r="http://schemas.openxmlformats.org/officeDocument/2006/relationships" r:id="R585b2de38da6493b"/>
    </p:embeddedFont>
    <p:embeddedFont>
      <p:font typeface="Arial Black"/>
      <p:regular xmlns:r="http://schemas.openxmlformats.org/officeDocument/2006/relationships" r:id="R199e1754e6514a0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4AB455EE-8E2A-451E-81A0-3B3D5D47B9E5}">
  <a:tblStyle styleId="{4AB455EE-8E2A-451E-81A0-3B3D5D47B9E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5D20628-CF48-428B-987F-1C69FC4D74B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1c93546ee478e" /><Relationship Type="http://schemas.openxmlformats.org/officeDocument/2006/relationships/slideMaster" Target="/ppt/slideMasters/slideMaster1.xml" Id="R97471b682149486a" /><Relationship Type="http://schemas.openxmlformats.org/officeDocument/2006/relationships/notesMaster" Target="/ppt/notesMasters/notesMaster1.xml" Id="Ra452f1de482c4ad2" /><Relationship Type="http://schemas.openxmlformats.org/officeDocument/2006/relationships/presProps" Target="/ppt/presProps.xml" Id="Rcf124bb5a18a4649" /><Relationship Type="http://schemas.openxmlformats.org/officeDocument/2006/relationships/tableStyles" Target="/ppt/tableStyles.xml" Id="R54b8ba57e095474f" /><Relationship Type="http://schemas.openxmlformats.org/officeDocument/2006/relationships/font" Target="/ppt/fonts/font.dat" Id="R1bfe2ff9a0c5466b" /><Relationship Type="http://schemas.openxmlformats.org/officeDocument/2006/relationships/font" Target="/ppt/fonts/font2.dat" Id="Rb5aa21ddff534d8f" /><Relationship Type="http://schemas.openxmlformats.org/officeDocument/2006/relationships/font" Target="/ppt/fonts/font3.dat" Id="R5962f0c7f8804109" /><Relationship Type="http://schemas.openxmlformats.org/officeDocument/2006/relationships/font" Target="/ppt/fonts/font4.dat" Id="R585b2de38da6493b" /><Relationship Type="http://schemas.openxmlformats.org/officeDocument/2006/relationships/font" Target="/ppt/fonts/font5.dat" Id="R199e1754e6514a0e" /><Relationship Type="http://schemas.openxmlformats.org/officeDocument/2006/relationships/slide" Target="/ppt/slides/slide1.xml" Id="R47f982bc4f0547b1" /><Relationship Type="http://schemas.openxmlformats.org/officeDocument/2006/relationships/slide" Target="/ppt/slides/slide2.xml" Id="Rb7334fdc08864233" /><Relationship Type="http://schemas.openxmlformats.org/officeDocument/2006/relationships/slide" Target="/ppt/slides/slide3.xml" Id="R0f8d15b84c1140c8" /><Relationship Type="http://schemas.openxmlformats.org/officeDocument/2006/relationships/slide" Target="/ppt/slides/slide4.xml" Id="Rf5fb2983ef264d50" /><Relationship Type="http://schemas.openxmlformats.org/officeDocument/2006/relationships/slide" Target="/ppt/slides/slide5.xml" Id="Rfa31709c20084566" /><Relationship Type="http://schemas.openxmlformats.org/officeDocument/2006/relationships/slide" Target="/ppt/slides/slide6.xml" Id="R32a8ebbd15cc4fad" /><Relationship Type="http://schemas.openxmlformats.org/officeDocument/2006/relationships/slide" Target="/ppt/slides/slide7.xml" Id="Rc632fff5c32548f0" /><Relationship Type="http://schemas.openxmlformats.org/officeDocument/2006/relationships/slide" Target="/ppt/slides/slide8.xml" Id="Rcfb91d53f75f4781" /><Relationship Type="http://schemas.openxmlformats.org/officeDocument/2006/relationships/slide" Target="/ppt/slides/slide9.xml" Id="R8754e9bdca9942d7" /><Relationship Type="http://schemas.openxmlformats.org/officeDocument/2006/relationships/slide" Target="/ppt/slides/slide10.xml" Id="R4d1dfe9e9a0c482b" /><Relationship Type="http://schemas.openxmlformats.org/officeDocument/2006/relationships/slide" Target="/ppt/slides/slide11.xml" Id="Rb58815f1e561403f" /><Relationship Type="http://schemas.openxmlformats.org/officeDocument/2006/relationships/slide" Target="/ppt/slides/slide12.xml" Id="Rd35c8eda80f94bb8" /><Relationship Type="http://schemas.openxmlformats.org/officeDocument/2006/relationships/slide" Target="/ppt/slides/slide13.xml" Id="R56d2201f40154360" /><Relationship Type="http://schemas.openxmlformats.org/officeDocument/2006/relationships/slide" Target="/ppt/slides/slide14.xml" Id="R2a5119adb19d4fb3" /><Relationship Type="http://schemas.openxmlformats.org/officeDocument/2006/relationships/slide" Target="/ppt/slides/slide15.xml" Id="R6eda051b082f443d" /><Relationship Type="http://schemas.openxmlformats.org/officeDocument/2006/relationships/slide" Target="/ppt/slides/slide16.xml" Id="R24f9850aed42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da7f99761844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48c7ac2614d77" /><Relationship Type="http://schemas.openxmlformats.org/officeDocument/2006/relationships/notesMaster" Target="/ppt/notesMasters/notesMaster1.xml" Id="Rf74dc1acb793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419b7bc564845" /><Relationship Type="http://schemas.openxmlformats.org/officeDocument/2006/relationships/notesMaster" Target="/ppt/notesMasters/notesMaster1.xml" Id="R81bf4cb6eb3745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78b6fbbbc4369" /><Relationship Type="http://schemas.openxmlformats.org/officeDocument/2006/relationships/notesMaster" Target="/ppt/notesMasters/notesMaster1.xml" Id="Re313bb0b45ad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4015d278f44d4" /><Relationship Type="http://schemas.openxmlformats.org/officeDocument/2006/relationships/notesMaster" Target="/ppt/notesMasters/notesMaster1.xml" Id="R44466b42080745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204cef8c643da" /><Relationship Type="http://schemas.openxmlformats.org/officeDocument/2006/relationships/notesMaster" Target="/ppt/notesMasters/notesMaster1.xml" Id="R7622a617cbf2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2a094ad076401a" /><Relationship Type="http://schemas.openxmlformats.org/officeDocument/2006/relationships/notesMaster" Target="/ppt/notesMasters/notesMaster1.xml" Id="R4e25b2cf884b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21a71e0da47be" /><Relationship Type="http://schemas.openxmlformats.org/officeDocument/2006/relationships/notesMaster" Target="/ppt/notesMasters/notesMaster1.xml" Id="Ref13c8ffe3e743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4b97821d4645a2" /><Relationship Type="http://schemas.openxmlformats.org/officeDocument/2006/relationships/notesMaster" Target="/ppt/notesMasters/notesMaster1.xml" Id="Red01426f891341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7fa40f9d448fd" /><Relationship Type="http://schemas.openxmlformats.org/officeDocument/2006/relationships/notesMaster" Target="/ppt/notesMasters/notesMaster1.xml" Id="Re79fd739ea56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83e7b69f24b84" /><Relationship Type="http://schemas.openxmlformats.org/officeDocument/2006/relationships/notesMaster" Target="/ppt/notesMasters/notesMaster1.xml" Id="Rc73be80e286443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0cfc711bf4e8f" /><Relationship Type="http://schemas.openxmlformats.org/officeDocument/2006/relationships/notesMaster" Target="/ppt/notesMasters/notesMaster1.xml" Id="R1199d5ff157343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d62fcbd0d74051" /><Relationship Type="http://schemas.openxmlformats.org/officeDocument/2006/relationships/notesMaster" Target="/ppt/notesMasters/notesMaster1.xml" Id="Rd38d42b6274044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e66ea023b04f31" /><Relationship Type="http://schemas.openxmlformats.org/officeDocument/2006/relationships/notesMaster" Target="/ppt/notesMasters/notesMaster1.xml" Id="Rf8891a8b593646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e4b6088e8d455c" /><Relationship Type="http://schemas.openxmlformats.org/officeDocument/2006/relationships/notesMaster" Target="/ppt/notesMasters/notesMaster1.xml" Id="R31d8657b9d3b43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493ee12d0842d6" /><Relationship Type="http://schemas.openxmlformats.org/officeDocument/2006/relationships/notesMaster" Target="/ppt/notesMasters/notesMaster1.xml" Id="Re712b89c100e44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e2de64a0c74e58" /><Relationship Type="http://schemas.openxmlformats.org/officeDocument/2006/relationships/notesMaster" Target="/ppt/notesMasters/notesMaster1.xml" Id="Rf8fd565a54c1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0e267657649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cecb16d5f448e" /><Relationship Type="http://schemas.openxmlformats.org/officeDocument/2006/relationships/image" Target="/ppt/media/image.png" Id="R9c56bac89ab64fe3" /><Relationship Type="http://schemas.openxmlformats.org/officeDocument/2006/relationships/image" Target="/ppt/media/image2.png" Id="R8201c77e385340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94d3b13884b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aaa6548cb4d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2797efc2947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ba3e6748340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6193b3bd14b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34f44fbb744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36adb1eb140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fc83e6f9e46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f7bd2f00444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d234a508e4d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82f1078244a1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6">
            <a:extLst xmlns:a="http://schemas.openxmlformats.org/drawingml/2006/main">
              <a:ext uri="{FF2B5EF4-FFF2-40B4-BE49-F238E27FC236}">
                <a16:creationId xmlns:a16="http://schemas.microsoft.com/office/drawing/2014/main" id="{ACF3C399-C298-494A-9244-DA061DFA04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6">
            <a:extLst xmlns:a="http://schemas.openxmlformats.org/drawingml/2006/main">
              <a:ext uri="{FF2B5EF4-FFF2-40B4-BE49-F238E27FC236}">
                <a16:creationId xmlns:a16="http://schemas.microsoft.com/office/drawing/2014/main" id="{572584BD-1690-443D-A22F-C987824612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02B00975-3A3D-4896-9B22-374F81CCC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39D65904-243B-4CAC-ADB2-D0178EA889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6">
            <a:extLst xmlns:a="http://schemas.openxmlformats.org/drawingml/2006/main">
              <a:ext uri="{FF2B5EF4-FFF2-40B4-BE49-F238E27FC236}">
                <a16:creationId xmlns:a16="http://schemas.microsoft.com/office/drawing/2014/main" id="{57B8451C-1DE4-42FA-876E-0A035A034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Default Slide">
  <p:cSld name="Default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Google Shape;22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56bac89ab64f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-578"/>
            <a:ext cx="12192000" cy="68591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" name="Google Shape;2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01c77e385340ee">
            <a:alphaModFix/>
          </a:blip>
          <a:srcRect xmlns:a="http://schemas.openxmlformats.org/drawingml/2006/main" l="0" t="0" r="0" b="91043"/>
          <a:stretch xmlns:a="http://schemas.openxmlformats.org/drawingml/2006/main"/>
        </p:blipFill>
        <p:spPr>
          <a:xfrm xmlns:a="http://schemas.openxmlformats.org/drawingml/2006/main">
            <a:off x="206474" y="142875"/>
            <a:ext cx="11985525" cy="5989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Google Shape;24;p17">
            <a:extLst xmlns:a="http://schemas.openxmlformats.org/drawingml/2006/main">
              <a:ext uri="{FF2B5EF4-FFF2-40B4-BE49-F238E27FC236}">
                <a16:creationId xmlns:a16="http://schemas.microsoft.com/office/drawing/2014/main" id="{1EA59D15-F5AC-4646-8D28-61CC955837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81282" y="142875"/>
            <a:ext cx="6404244" cy="52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7">
            <a:extLst xmlns:a="http://schemas.openxmlformats.org/drawingml/2006/main">
              <a:ext uri="{FF2B5EF4-FFF2-40B4-BE49-F238E27FC236}">
                <a16:creationId xmlns:a16="http://schemas.microsoft.com/office/drawing/2014/main" id="{86C8BE20-0D61-4E88-B052-BD07F2A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640" y="142875"/>
            <a:ext cx="2382848" cy="52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Araştırma Raporu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8">
            <a:extLst xmlns:a="http://schemas.openxmlformats.org/drawingml/2006/main">
              <a:ext uri="{FF2B5EF4-FFF2-40B4-BE49-F238E27FC236}">
                <a16:creationId xmlns:a16="http://schemas.microsoft.com/office/drawing/2014/main" id="{739B3DBF-36C5-438D-95F0-540FCDC1F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18">
            <a:extLst xmlns:a="http://schemas.openxmlformats.org/drawingml/2006/main">
              <a:ext uri="{FF2B5EF4-FFF2-40B4-BE49-F238E27FC236}">
                <a16:creationId xmlns:a16="http://schemas.microsoft.com/office/drawing/2014/main" id="{2F5ECBD7-F001-4809-A87A-B1309E471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0" name="Google Shape;30;p18">
            <a:extLst xmlns:a="http://schemas.openxmlformats.org/drawingml/2006/main">
              <a:ext uri="{FF2B5EF4-FFF2-40B4-BE49-F238E27FC236}">
                <a16:creationId xmlns:a16="http://schemas.microsoft.com/office/drawing/2014/main" id="{EDBD1BE5-BFBA-48AC-8EF7-356E8B43CC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18">
            <a:extLst xmlns:a="http://schemas.openxmlformats.org/drawingml/2006/main">
              <a:ext uri="{FF2B5EF4-FFF2-40B4-BE49-F238E27FC236}">
                <a16:creationId xmlns:a16="http://schemas.microsoft.com/office/drawing/2014/main" id="{EC741988-26B2-4F15-9867-B9C86F9343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8">
            <a:extLst xmlns:a="http://schemas.openxmlformats.org/drawingml/2006/main">
              <a:ext uri="{FF2B5EF4-FFF2-40B4-BE49-F238E27FC236}">
                <a16:creationId xmlns:a16="http://schemas.microsoft.com/office/drawing/2014/main" id="{19F28740-C426-4D26-84D0-3ACCDF5D14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9">
            <a:extLst xmlns:a="http://schemas.openxmlformats.org/drawingml/2006/main">
              <a:ext uri="{FF2B5EF4-FFF2-40B4-BE49-F238E27FC236}">
                <a16:creationId xmlns:a16="http://schemas.microsoft.com/office/drawing/2014/main" id="{EF8E0B1B-8EFF-4A9D-95F4-E7F446B8D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19">
            <a:extLst xmlns:a="http://schemas.openxmlformats.org/drawingml/2006/main">
              <a:ext uri="{FF2B5EF4-FFF2-40B4-BE49-F238E27FC236}">
                <a16:creationId xmlns:a16="http://schemas.microsoft.com/office/drawing/2014/main" id="{72EA7916-D753-4469-8E26-4F2187E76B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6" name="Google Shape;36;p19">
            <a:extLst xmlns:a="http://schemas.openxmlformats.org/drawingml/2006/main">
              <a:ext uri="{FF2B5EF4-FFF2-40B4-BE49-F238E27FC236}">
                <a16:creationId xmlns:a16="http://schemas.microsoft.com/office/drawing/2014/main" id="{2EB1F9BD-D9CC-45C1-846D-B74AA821C5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7" name="Google Shape;37;p19">
            <a:extLst xmlns:a="http://schemas.openxmlformats.org/drawingml/2006/main">
              <a:ext uri="{FF2B5EF4-FFF2-40B4-BE49-F238E27FC236}">
                <a16:creationId xmlns:a16="http://schemas.microsoft.com/office/drawing/2014/main" id="{3EC1A338-EEAC-4FB3-9DE0-056F66573C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19">
            <a:extLst xmlns:a="http://schemas.openxmlformats.org/drawingml/2006/main">
              <a:ext uri="{FF2B5EF4-FFF2-40B4-BE49-F238E27FC236}">
                <a16:creationId xmlns:a16="http://schemas.microsoft.com/office/drawing/2014/main" id="{9E17E7F3-B5C0-4464-9708-0185E3F6AE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20">
            <a:extLst xmlns:a="http://schemas.openxmlformats.org/drawingml/2006/main">
              <a:ext uri="{FF2B5EF4-FFF2-40B4-BE49-F238E27FC236}">
                <a16:creationId xmlns:a16="http://schemas.microsoft.com/office/drawing/2014/main" id="{38D3CAE7-31AF-44FB-A8BD-5A3EBE5FF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20">
            <a:extLst xmlns:a="http://schemas.openxmlformats.org/drawingml/2006/main">
              <a:ext uri="{FF2B5EF4-FFF2-40B4-BE49-F238E27FC236}">
                <a16:creationId xmlns:a16="http://schemas.microsoft.com/office/drawing/2014/main" id="{89B954C2-AA45-4D23-8FCA-677C375F77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20">
            <a:extLst xmlns:a="http://schemas.openxmlformats.org/drawingml/2006/main">
              <a:ext uri="{FF2B5EF4-FFF2-40B4-BE49-F238E27FC236}">
                <a16:creationId xmlns:a16="http://schemas.microsoft.com/office/drawing/2014/main" id="{AE548AF5-0240-4FD4-AF64-18565172F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3" name="Google Shape;43;p20">
            <a:extLst xmlns:a="http://schemas.openxmlformats.org/drawingml/2006/main">
              <a:ext uri="{FF2B5EF4-FFF2-40B4-BE49-F238E27FC236}">
                <a16:creationId xmlns:a16="http://schemas.microsoft.com/office/drawing/2014/main" id="{654321B5-F6C2-4155-801E-680A678BF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Google Shape;44;p20">
            <a:extLst xmlns:a="http://schemas.openxmlformats.org/drawingml/2006/main">
              <a:ext uri="{FF2B5EF4-FFF2-40B4-BE49-F238E27FC236}">
                <a16:creationId xmlns:a16="http://schemas.microsoft.com/office/drawing/2014/main" id="{BBDC4E91-F9E9-4A11-95FB-26905143BB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20">
            <a:extLst xmlns:a="http://schemas.openxmlformats.org/drawingml/2006/main">
              <a:ext uri="{FF2B5EF4-FFF2-40B4-BE49-F238E27FC236}">
                <a16:creationId xmlns:a16="http://schemas.microsoft.com/office/drawing/2014/main" id="{33D41299-1F54-490A-9522-394E87DFEB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21">
            <a:extLst xmlns:a="http://schemas.openxmlformats.org/drawingml/2006/main">
              <a:ext uri="{FF2B5EF4-FFF2-40B4-BE49-F238E27FC236}">
                <a16:creationId xmlns:a16="http://schemas.microsoft.com/office/drawing/2014/main" id="{C58BC669-1402-49BF-9BB0-C90E4F472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21">
            <a:extLst xmlns:a="http://schemas.openxmlformats.org/drawingml/2006/main">
              <a:ext uri="{FF2B5EF4-FFF2-40B4-BE49-F238E27FC236}">
                <a16:creationId xmlns:a16="http://schemas.microsoft.com/office/drawing/2014/main" id="{F83C7227-EC6D-4CBC-9386-5C4D112A6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9" name="Google Shape;49;p21">
            <a:extLst xmlns:a="http://schemas.openxmlformats.org/drawingml/2006/main">
              <a:ext uri="{FF2B5EF4-FFF2-40B4-BE49-F238E27FC236}">
                <a16:creationId xmlns:a16="http://schemas.microsoft.com/office/drawing/2014/main" id="{ADB60712-720C-47B0-8049-E654926215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0" name="Google Shape;50;p21">
            <a:extLst xmlns:a="http://schemas.openxmlformats.org/drawingml/2006/main">
              <a:ext uri="{FF2B5EF4-FFF2-40B4-BE49-F238E27FC236}">
                <a16:creationId xmlns:a16="http://schemas.microsoft.com/office/drawing/2014/main" id="{DEA2C9D7-D5DF-4BB6-97A3-2C7D5ED8A54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1" name="Google Shape;51;p21">
            <a:extLst xmlns:a="http://schemas.openxmlformats.org/drawingml/2006/main">
              <a:ext uri="{FF2B5EF4-FFF2-40B4-BE49-F238E27FC236}">
                <a16:creationId xmlns:a16="http://schemas.microsoft.com/office/drawing/2014/main" id="{ACFE34BB-EFDB-4BEE-B679-03D9E0891140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2" name="Google Shape;52;p21">
            <a:extLst xmlns:a="http://schemas.openxmlformats.org/drawingml/2006/main">
              <a:ext uri="{FF2B5EF4-FFF2-40B4-BE49-F238E27FC236}">
                <a16:creationId xmlns:a16="http://schemas.microsoft.com/office/drawing/2014/main" id="{A19C76E5-3102-4BD5-A0F2-BD13D7DBE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1">
            <a:extLst xmlns:a="http://schemas.openxmlformats.org/drawingml/2006/main">
              <a:ext uri="{FF2B5EF4-FFF2-40B4-BE49-F238E27FC236}">
                <a16:creationId xmlns:a16="http://schemas.microsoft.com/office/drawing/2014/main" id="{CF0E5F4A-43C6-4B4C-823C-82BAA63863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21">
            <a:extLst xmlns:a="http://schemas.openxmlformats.org/drawingml/2006/main">
              <a:ext uri="{FF2B5EF4-FFF2-40B4-BE49-F238E27FC236}">
                <a16:creationId xmlns:a16="http://schemas.microsoft.com/office/drawing/2014/main" id="{C49EDC4D-2B4D-48F8-8169-911C8641DE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2">
            <a:extLst xmlns:a="http://schemas.openxmlformats.org/drawingml/2006/main">
              <a:ext uri="{FF2B5EF4-FFF2-40B4-BE49-F238E27FC236}">
                <a16:creationId xmlns:a16="http://schemas.microsoft.com/office/drawing/2014/main" id="{526B4D7D-58C9-4AA6-AD35-F6EF1C4EF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2">
            <a:extLst xmlns:a="http://schemas.openxmlformats.org/drawingml/2006/main">
              <a:ext uri="{FF2B5EF4-FFF2-40B4-BE49-F238E27FC236}">
                <a16:creationId xmlns:a16="http://schemas.microsoft.com/office/drawing/2014/main" id="{36044B07-726A-44DA-9751-29BDA976A5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22">
            <a:extLst xmlns:a="http://schemas.openxmlformats.org/drawingml/2006/main">
              <a:ext uri="{FF2B5EF4-FFF2-40B4-BE49-F238E27FC236}">
                <a16:creationId xmlns:a16="http://schemas.microsoft.com/office/drawing/2014/main" id="{0753B7D7-A371-466E-B1A0-E98827F52A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22">
            <a:extLst xmlns:a="http://schemas.openxmlformats.org/drawingml/2006/main">
              <a:ext uri="{FF2B5EF4-FFF2-40B4-BE49-F238E27FC236}">
                <a16:creationId xmlns:a16="http://schemas.microsoft.com/office/drawing/2014/main" id="{4AE5D657-DE63-47AD-9526-00E1DF9639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23">
            <a:extLst xmlns:a="http://schemas.openxmlformats.org/drawingml/2006/main">
              <a:ext uri="{FF2B5EF4-FFF2-40B4-BE49-F238E27FC236}">
                <a16:creationId xmlns:a16="http://schemas.microsoft.com/office/drawing/2014/main" id="{382F8245-3FC3-4EC7-B663-E1EA1A60BD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23">
            <a:extLst xmlns:a="http://schemas.openxmlformats.org/drawingml/2006/main">
              <a:ext uri="{FF2B5EF4-FFF2-40B4-BE49-F238E27FC236}">
                <a16:creationId xmlns:a16="http://schemas.microsoft.com/office/drawing/2014/main" id="{0DD5869E-70E5-45A9-92A5-A953189174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23">
            <a:extLst xmlns:a="http://schemas.openxmlformats.org/drawingml/2006/main">
              <a:ext uri="{FF2B5EF4-FFF2-40B4-BE49-F238E27FC236}">
                <a16:creationId xmlns:a16="http://schemas.microsoft.com/office/drawing/2014/main" id="{9640B91D-3754-43D8-B0BD-1369A3CBFB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24">
            <a:extLst xmlns:a="http://schemas.openxmlformats.org/drawingml/2006/main">
              <a:ext uri="{FF2B5EF4-FFF2-40B4-BE49-F238E27FC236}">
                <a16:creationId xmlns:a16="http://schemas.microsoft.com/office/drawing/2014/main" id="{8E2D8486-F2EA-43B7-A4D6-AA0BFCE25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24">
            <a:extLst xmlns:a="http://schemas.openxmlformats.org/drawingml/2006/main">
              <a:ext uri="{FF2B5EF4-FFF2-40B4-BE49-F238E27FC236}">
                <a16:creationId xmlns:a16="http://schemas.microsoft.com/office/drawing/2014/main" id="{59EB210D-0102-4D3A-91F9-692AFC6BCC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7" name="Google Shape;67;p24">
            <a:extLst xmlns:a="http://schemas.openxmlformats.org/drawingml/2006/main">
              <a:ext uri="{FF2B5EF4-FFF2-40B4-BE49-F238E27FC236}">
                <a16:creationId xmlns:a16="http://schemas.microsoft.com/office/drawing/2014/main" id="{F684D1ED-D140-4BA2-B01A-934A1B732B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8" name="Google Shape;68;p24">
            <a:extLst xmlns:a="http://schemas.openxmlformats.org/drawingml/2006/main">
              <a:ext uri="{FF2B5EF4-FFF2-40B4-BE49-F238E27FC236}">
                <a16:creationId xmlns:a16="http://schemas.microsoft.com/office/drawing/2014/main" id="{5E8386F6-4CD4-4462-AA0E-7999DAECF6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24">
            <a:extLst xmlns:a="http://schemas.openxmlformats.org/drawingml/2006/main">
              <a:ext uri="{FF2B5EF4-FFF2-40B4-BE49-F238E27FC236}">
                <a16:creationId xmlns:a16="http://schemas.microsoft.com/office/drawing/2014/main" id="{692C7B74-7E14-4957-B533-CDD19CCC29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4">
            <a:extLst xmlns:a="http://schemas.openxmlformats.org/drawingml/2006/main">
              <a:ext uri="{FF2B5EF4-FFF2-40B4-BE49-F238E27FC236}">
                <a16:creationId xmlns:a16="http://schemas.microsoft.com/office/drawing/2014/main" id="{2774F13D-6C01-487D-BF07-A67962CBBE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25">
            <a:extLst xmlns:a="http://schemas.openxmlformats.org/drawingml/2006/main">
              <a:ext uri="{FF2B5EF4-FFF2-40B4-BE49-F238E27FC236}">
                <a16:creationId xmlns:a16="http://schemas.microsoft.com/office/drawing/2014/main" id="{338579B4-2B74-4085-946D-6ED0D987F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25">
            <a:extLst xmlns:a="http://schemas.openxmlformats.org/drawingml/2006/main">
              <a:ext uri="{FF2B5EF4-FFF2-40B4-BE49-F238E27FC236}">
                <a16:creationId xmlns:a16="http://schemas.microsoft.com/office/drawing/2014/main" id="{8BE4E31F-6F16-46B5-B8A2-59FB2D9A314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25">
            <a:extLst xmlns:a="http://schemas.openxmlformats.org/drawingml/2006/main">
              <a:ext uri="{FF2B5EF4-FFF2-40B4-BE49-F238E27FC236}">
                <a16:creationId xmlns:a16="http://schemas.microsoft.com/office/drawing/2014/main" id="{C41531A1-1B78-4CFA-8F7D-B42F65FD78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5" name="Google Shape;75;p25">
            <a:extLst xmlns:a="http://schemas.openxmlformats.org/drawingml/2006/main">
              <a:ext uri="{FF2B5EF4-FFF2-40B4-BE49-F238E27FC236}">
                <a16:creationId xmlns:a16="http://schemas.microsoft.com/office/drawing/2014/main" id="{B9E852BA-F722-4013-98F1-DAA1CED4E0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5">
            <a:extLst xmlns:a="http://schemas.openxmlformats.org/drawingml/2006/main">
              <a:ext uri="{FF2B5EF4-FFF2-40B4-BE49-F238E27FC236}">
                <a16:creationId xmlns:a16="http://schemas.microsoft.com/office/drawing/2014/main" id="{E978CD08-2CA1-45AE-9F6C-69133C543C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5">
            <a:extLst xmlns:a="http://schemas.openxmlformats.org/drawingml/2006/main">
              <a:ext uri="{FF2B5EF4-FFF2-40B4-BE49-F238E27FC236}">
                <a16:creationId xmlns:a16="http://schemas.microsoft.com/office/drawing/2014/main" id="{0EC7F9BE-5146-4FB7-81EB-F27FF7FD26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6">
            <a:extLst xmlns:a="http://schemas.openxmlformats.org/drawingml/2006/main">
              <a:ext uri="{FF2B5EF4-FFF2-40B4-BE49-F238E27FC236}">
                <a16:creationId xmlns:a16="http://schemas.microsoft.com/office/drawing/2014/main" id="{EE5EFDAF-F9E1-45CE-9D7F-DDFA154A0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26">
            <a:extLst xmlns:a="http://schemas.openxmlformats.org/drawingml/2006/main">
              <a:ext uri="{FF2B5EF4-FFF2-40B4-BE49-F238E27FC236}">
                <a16:creationId xmlns:a16="http://schemas.microsoft.com/office/drawing/2014/main" id="{BA7A42B9-9EA7-482D-96D8-0E13F0F64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26">
            <a:extLst xmlns:a="http://schemas.openxmlformats.org/drawingml/2006/main">
              <a:ext uri="{FF2B5EF4-FFF2-40B4-BE49-F238E27FC236}">
                <a16:creationId xmlns:a16="http://schemas.microsoft.com/office/drawing/2014/main" id="{0888B1B7-5FCA-4A11-9189-E95FC2988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26">
            <a:extLst xmlns:a="http://schemas.openxmlformats.org/drawingml/2006/main">
              <a:ext uri="{FF2B5EF4-FFF2-40B4-BE49-F238E27FC236}">
                <a16:creationId xmlns:a16="http://schemas.microsoft.com/office/drawing/2014/main" id="{7B01CD99-C49C-4FA3-92FB-21869BD94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6">
            <a:extLst xmlns:a="http://schemas.openxmlformats.org/drawingml/2006/main">
              <a:ext uri="{FF2B5EF4-FFF2-40B4-BE49-F238E27FC236}">
                <a16:creationId xmlns:a16="http://schemas.microsoft.com/office/drawing/2014/main" id="{8858E9FB-2BCC-4C4C-816D-CF0DB2FF61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27">
            <a:extLst xmlns:a="http://schemas.openxmlformats.org/drawingml/2006/main">
              <a:ext uri="{FF2B5EF4-FFF2-40B4-BE49-F238E27FC236}">
                <a16:creationId xmlns:a16="http://schemas.microsoft.com/office/drawing/2014/main" id="{092EBCE9-A405-468A-90A0-1DB31FA5DF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27">
            <a:extLst xmlns:a="http://schemas.openxmlformats.org/drawingml/2006/main">
              <a:ext uri="{FF2B5EF4-FFF2-40B4-BE49-F238E27FC236}">
                <a16:creationId xmlns:a16="http://schemas.microsoft.com/office/drawing/2014/main" id="{E8AE29E2-D95B-4937-AB55-6E6A7A9C66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7" name="Google Shape;87;p27">
            <a:extLst xmlns:a="http://schemas.openxmlformats.org/drawingml/2006/main">
              <a:ext uri="{FF2B5EF4-FFF2-40B4-BE49-F238E27FC236}">
                <a16:creationId xmlns:a16="http://schemas.microsoft.com/office/drawing/2014/main" id="{2A130302-EC01-4D3D-A4BA-03AB115A9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8" name="Google Shape;88;p27">
            <a:extLst xmlns:a="http://schemas.openxmlformats.org/drawingml/2006/main">
              <a:ext uri="{FF2B5EF4-FFF2-40B4-BE49-F238E27FC236}">
                <a16:creationId xmlns:a16="http://schemas.microsoft.com/office/drawing/2014/main" id="{207C2A6D-4834-4521-AFE6-AE46DD1E57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27">
            <a:extLst xmlns:a="http://schemas.openxmlformats.org/drawingml/2006/main">
              <a:ext uri="{FF2B5EF4-FFF2-40B4-BE49-F238E27FC236}">
                <a16:creationId xmlns:a16="http://schemas.microsoft.com/office/drawing/2014/main" id="{E9D89517-FBE2-4422-9B16-DE48DEDE48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bb66dd2e34e81" /><Relationship Type="http://schemas.openxmlformats.org/officeDocument/2006/relationships/slideLayout" Target="/ppt/slideLayouts/slideLayout1.xml" Id="R84a782a26ed247e5" /><Relationship Type="http://schemas.openxmlformats.org/officeDocument/2006/relationships/slideLayout" Target="/ppt/slideLayouts/slideLayout2.xml" Id="R32d65dde17df4e5c" /><Relationship Type="http://schemas.openxmlformats.org/officeDocument/2006/relationships/slideLayout" Target="/ppt/slideLayouts/slideLayout3.xml" Id="Ra8d6920d74f84864" /><Relationship Type="http://schemas.openxmlformats.org/officeDocument/2006/relationships/slideLayout" Target="/ppt/slideLayouts/slideLayout4.xml" Id="Rf9b25d8b3197440d" /><Relationship Type="http://schemas.openxmlformats.org/officeDocument/2006/relationships/slideLayout" Target="/ppt/slideLayouts/slideLayout5.xml" Id="R2da2eb9e06b04d75" /><Relationship Type="http://schemas.openxmlformats.org/officeDocument/2006/relationships/slideLayout" Target="/ppt/slideLayouts/slideLayout6.xml" Id="R1208ff24e7064f19" /><Relationship Type="http://schemas.openxmlformats.org/officeDocument/2006/relationships/slideLayout" Target="/ppt/slideLayouts/slideLayout7.xml" Id="R3b9027f042074a85" /><Relationship Type="http://schemas.openxmlformats.org/officeDocument/2006/relationships/slideLayout" Target="/ppt/slideLayouts/slideLayout8.xml" Id="R4cf087a5e83241e9" /><Relationship Type="http://schemas.openxmlformats.org/officeDocument/2006/relationships/slideLayout" Target="/ppt/slideLayouts/slideLayout9.xml" Id="R91c2cc1d2f024d56" /><Relationship Type="http://schemas.openxmlformats.org/officeDocument/2006/relationships/slideLayout" Target="/ppt/slideLayouts/slideLayout10.xml" Id="R8ed70d6be51142f5" /><Relationship Type="http://schemas.openxmlformats.org/officeDocument/2006/relationships/slideLayout" Target="/ppt/slideLayouts/slideLayout11.xml" Id="R3edc5d9d009949b7" /><Relationship Type="http://schemas.openxmlformats.org/officeDocument/2006/relationships/slideLayout" Target="/ppt/slideLayouts/slideLayout12.xml" Id="R4b0b4b3ffd9145e1" /><Relationship Type="http://schemas.openxmlformats.org/officeDocument/2006/relationships/slideLayout" Target="/ppt/slideLayouts/slideLayout13.xml" Id="R215757dd28c6487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5">
            <a:extLst xmlns:a="http://schemas.openxmlformats.org/drawingml/2006/main">
              <a:ext uri="{FF2B5EF4-FFF2-40B4-BE49-F238E27FC236}">
                <a16:creationId xmlns:a16="http://schemas.microsoft.com/office/drawing/2014/main" id="{2B824C2C-2842-4836-9BAA-A85A713CE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5">
            <a:extLst xmlns:a="http://schemas.openxmlformats.org/drawingml/2006/main">
              <a:ext uri="{FF2B5EF4-FFF2-40B4-BE49-F238E27FC236}">
                <a16:creationId xmlns:a16="http://schemas.microsoft.com/office/drawing/2014/main" id="{4DC379D0-1E44-4E7D-AB8A-9A1F4F3A8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5">
            <a:extLst xmlns:a="http://schemas.openxmlformats.org/drawingml/2006/main">
              <a:ext uri="{FF2B5EF4-FFF2-40B4-BE49-F238E27FC236}">
                <a16:creationId xmlns:a16="http://schemas.microsoft.com/office/drawing/2014/main" id="{952D55BB-0EDB-49D3-B527-8BA386728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5">
            <a:extLst xmlns:a="http://schemas.openxmlformats.org/drawingml/2006/main">
              <a:ext uri="{FF2B5EF4-FFF2-40B4-BE49-F238E27FC236}">
                <a16:creationId xmlns:a16="http://schemas.microsoft.com/office/drawing/2014/main" id="{8CB3404A-702B-4838-AD98-379091816E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AA8359FC-C015-4207-8B9B-2DCCE1F54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782a26ed247e5"/>
    <p:sldLayoutId xmlns:r="http://schemas.openxmlformats.org/officeDocument/2006/relationships" id="2147483650" r:id="R32d65dde17df4e5c"/>
    <p:sldLayoutId xmlns:r="http://schemas.openxmlformats.org/officeDocument/2006/relationships" id="2147483651" r:id="Ra8d6920d74f84864"/>
    <p:sldLayoutId xmlns:r="http://schemas.openxmlformats.org/officeDocument/2006/relationships" id="2147483652" r:id="Rf9b25d8b3197440d"/>
    <p:sldLayoutId xmlns:r="http://schemas.openxmlformats.org/officeDocument/2006/relationships" id="2147483653" r:id="R2da2eb9e06b04d75"/>
    <p:sldLayoutId xmlns:r="http://schemas.openxmlformats.org/officeDocument/2006/relationships" id="2147483654" r:id="R1208ff24e7064f19"/>
    <p:sldLayoutId xmlns:r="http://schemas.openxmlformats.org/officeDocument/2006/relationships" id="2147483655" r:id="R3b9027f042074a85"/>
    <p:sldLayoutId xmlns:r="http://schemas.openxmlformats.org/officeDocument/2006/relationships" id="2147483656" r:id="R4cf087a5e83241e9"/>
    <p:sldLayoutId xmlns:r="http://schemas.openxmlformats.org/officeDocument/2006/relationships" id="2147483657" r:id="R91c2cc1d2f024d56"/>
    <p:sldLayoutId xmlns:r="http://schemas.openxmlformats.org/officeDocument/2006/relationships" id="2147483658" r:id="R8ed70d6be51142f5"/>
    <p:sldLayoutId xmlns:r="http://schemas.openxmlformats.org/officeDocument/2006/relationships" id="2147483659" r:id="R3edc5d9d009949b7"/>
    <p:sldLayoutId xmlns:r="http://schemas.openxmlformats.org/officeDocument/2006/relationships" id="2147483660" r:id="R4b0b4b3ffd9145e1"/>
    <p:sldLayoutId xmlns:r="http://schemas.openxmlformats.org/officeDocument/2006/relationships" id="2147483661" r:id="R215757dd28c6487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96137e5f3460b" /><Relationship Type="http://schemas.openxmlformats.org/officeDocument/2006/relationships/image" Target="/ppt/media/image3.png" Id="Re1b1ea0c03e04510" /><Relationship Type="http://schemas.openxmlformats.org/officeDocument/2006/relationships/notesSlide" Target="/ppt/notesSlides/notesSlide1.xml" Id="Rc28c7f98cc23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c0455e58440e9" /><Relationship Type="http://schemas.openxmlformats.org/officeDocument/2006/relationships/notesSlide" Target="/ppt/notesSlides/notesSlide2.xml" Id="Rd1589b57a2bd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cf6483bf949a3" /><Relationship Type="http://schemas.openxmlformats.org/officeDocument/2006/relationships/notesSlide" Target="/ppt/notesSlides/notesSlide3.xml" Id="R5078038b4faa4f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3b9fe6666242a9" /><Relationship Type="http://schemas.openxmlformats.org/officeDocument/2006/relationships/notesSlide" Target="/ppt/notesSlides/notesSlide4.xml" Id="R65fed263b45546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1405a2a584d67" /><Relationship Type="http://schemas.openxmlformats.org/officeDocument/2006/relationships/notesSlide" Target="/ppt/notesSlides/notesSlide5.xml" Id="Ra968dc6d751149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7034ef62e45b1" /><Relationship Type="http://schemas.openxmlformats.org/officeDocument/2006/relationships/notesSlide" Target="/ppt/notesSlides/notesSlide6.xml" Id="Rb1d71d0c6b59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d7574fc804d11" /><Relationship Type="http://schemas.openxmlformats.org/officeDocument/2006/relationships/notesSlide" Target="/ppt/notesSlides/notesSlide7.xml" Id="Reb6e3f4411f0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4aff2af46450a" /><Relationship Type="http://schemas.openxmlformats.org/officeDocument/2006/relationships/notesSlide" Target="/ppt/notesSlides/notesSlide8.xml" Id="R94d852019e224a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c09a39c664b64" /><Relationship Type="http://schemas.openxmlformats.org/officeDocument/2006/relationships/notesSlide" Target="/ppt/notesSlides/notesSlide9.xml" Id="Rc988d01bd5a1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7f386f1b84f3c" /><Relationship Type="http://schemas.openxmlformats.org/officeDocument/2006/relationships/notesSlide" Target="/ppt/notesSlides/notesSlide10.xml" Id="Rbc8421bded1548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4f860fe0124b27" /><Relationship Type="http://schemas.openxmlformats.org/officeDocument/2006/relationships/notesSlide" Target="/ppt/notesSlides/notesSlide11.xml" Id="R544bf0cd312d49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e6ec7df7247b4" /><Relationship Type="http://schemas.openxmlformats.org/officeDocument/2006/relationships/notesSlide" Target="/ppt/notesSlides/notesSlide12.xml" Id="Rbe1b3489a51f4b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662ac1ae5493d" /><Relationship Type="http://schemas.openxmlformats.org/officeDocument/2006/relationships/notesSlide" Target="/ppt/notesSlides/notesSlide13.xml" Id="Rde604ba92b6d45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1bef0f6fe44d6" /><Relationship Type="http://schemas.openxmlformats.org/officeDocument/2006/relationships/notesSlide" Target="/ppt/notesSlides/notesSlide14.xml" Id="R9eccdae398784f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02eebd62c49ac" /><Relationship Type="http://schemas.openxmlformats.org/officeDocument/2006/relationships/notesSlide" Target="/ppt/notesSlides/notesSlide15.xml" Id="R4658cc04a2f64b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ffec13f1f04bd0" /><Relationship Type="http://schemas.openxmlformats.org/officeDocument/2006/relationships/image" Target="/ppt/media/image4.png" Id="Rafa67701881f478a" /><Relationship Type="http://schemas.openxmlformats.org/officeDocument/2006/relationships/notesSlide" Target="/ppt/notesSlides/notesSlide16.xml" Id="R606ad636a07d40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9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b1ea0c03e045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31" y="6531"/>
            <a:ext cx="12192000" cy="6876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61878FE0-CBB5-49A3-BB89-9DFC84BFB8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sz="3200">
                <a:solidFill>
                  <a:schemeClr val="lt1"/>
                </a:solidFill>
                <a:latin typeface="Arial Black"/>
                <a:ea typeface="Arial Black"/>
                <a:cs typeface="Arial Black"/>
              </a:rPr>
              <a:t>[Araştırma başlığı]</a:t>
            </a:r>
            <a:endParaRPr/>
          </a:p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sz="3200">
                <a:solidFill>
                  <a:schemeClr val="lt1"/>
                </a:solidFill>
                <a:latin typeface="Arial Black"/>
                <a:ea typeface="Arial Black"/>
                <a:cs typeface="Arial Black"/>
              </a:rPr>
              <a:t>Araştırma Raporu</a:t>
            </a:r>
            <a:endParaRPr/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DE0EB5C6-2A38-47F6-93EC-64D964ECF7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437418" y="3846539"/>
            <a:ext cx="2230582" cy="48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93014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solidFill>
                  <a:schemeClr val="lt1"/>
                </a:solidFill>
                <a:latin typeface="Arial Black"/>
                <a:ea typeface="Arial Black"/>
                <a:cs typeface="Arial Black"/>
              </a:rPr>
              <a:t>[Rapor tarihi]</a:t>
            </a:r>
            <a:endParaRPr/>
          </a:p>
        </p:txBody>
      </p:sp>
      <p:cxnSp>
        <p:nvCxnSpPr>
          <p:cNvPr id="102" name="Google Shape;97;p1"/>
          <p:cNvCxnSpPr/>
          <p:nvPr/>
        </p:nvCxnSpPr>
        <p:spPr>
          <a:xfrm xmlns:a="http://schemas.openxmlformats.org/drawingml/2006/main" rot="10800000">
            <a:off x="6096000" y="3682155"/>
            <a:ext cx="449085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07474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18B99030-3991-4F96-B102-BCC761A0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İçindekiler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6CF2CBD1-9DE1-4494-AAE6-228D584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İçindekiler</a:t>
            </a:r>
          </a:p>
        </p:txBody>
      </p:sp>
      <p:sp>
        <p:nvSpPr>
          <p:cNvPr id="3" name="toc_main">
            <a:extLst xmlns:a="http://schemas.openxmlformats.org/drawingml/2006/main">
              <a:ext uri="{FF2B5EF4-FFF2-40B4-BE49-F238E27FC236}">
                <a16:creationId xmlns:a16="http://schemas.microsoft.com/office/drawing/2014/main" id="{79B03DD8-22CC-4114-B178-055DE26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61912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1. Özet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 Araştırma çerçevesi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3. Tematik kanıt sentezi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4. Çalışmalar arası değerlendirme ve sonuç</a:t>
            </a:r>
          </a:p>
        </p:txBody>
      </p:sp>
      <p:sp>
        <p:nvSpPr>
          <p:cNvPr id="4" name="toc_appendices">
            <a:extLst xmlns:a="http://schemas.openxmlformats.org/drawingml/2006/main">
              <a:ext uri="{FF2B5EF4-FFF2-40B4-BE49-F238E27FC236}">
                <a16:creationId xmlns:a16="http://schemas.microsoft.com/office/drawing/2014/main" id="{2AFD00CD-3E7F-4983-81F7-92FF2AEB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476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A. Yöntem, kapsam ve</a:t>
            </a:r>
          </a:p>
          <a:p xmlns:a="http://schemas.openxmlformats.org/drawingml/2006/main">
            <a:pPr>
              <a:defRPr sz="18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yeniden üretilebilirlik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B. Literatürün konu haritası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C. Tam kaynak kataloğu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D. Denetlenmiş iddia kaydı</a:t>
            </a:r>
          </a:p>
        </p:txBody>
      </p:sp>
      <p:sp>
        <p:nvSpPr>
          <p:cNvPr id="5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7B5455-C2C4-41A2-A0DA-6B79706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77CF7C7-FFDC-496D-8288-9448245E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1. Özet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1CCEE1DA-3BB6-441F-93F5-677B7D9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Özet</a:t>
            </a:r>
          </a:p>
        </p:txBody>
      </p:sp>
      <p:sp>
        <p:nvSpPr>
          <p:cNvPr id="3" name="executive_summary">
            <a:extLst xmlns:a="http://schemas.openxmlformats.org/drawingml/2006/main">
              <a:ext uri="{FF2B5EF4-FFF2-40B4-BE49-F238E27FC236}">
                <a16:creationId xmlns:a16="http://schemas.microsoft.com/office/drawing/2014/main" id="{07C58F68-4684-4234-AD4C-1AD2C45D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[Araştırmanın ana yanıtı ve kaynaklandırılmış özet]</a:t>
            </a:r>
          </a:p>
        </p:txBody>
      </p:sp>
      <p:sp>
        <p:nvSpPr>
          <p:cNvPr id="4" name="summary_citations">
            <a:extLst xmlns:a="http://schemas.openxmlformats.org/drawingml/2006/main">
              <a:ext uri="{FF2B5EF4-FFF2-40B4-BE49-F238E27FC236}">
                <a16:creationId xmlns:a16="http://schemas.microsoft.com/office/drawing/2014/main" id="{FE036181-EB2E-45CC-8D22-EC49AD1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[Özette kullanılan kaynaklar]</a:t>
            </a:r>
          </a:p>
        </p:txBody>
      </p:sp>
      <p:sp>
        <p:nvSpPr>
          <p:cNvPr id="5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CA6BCB-F9B3-4B3C-8543-37FCDC61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05A26BC-B172-4E0B-B618-3441B4A6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 Araştırma çerçevesi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7A5A03FA-219D-464A-A94F-B6FE703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Ana soru ve kapsam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B509AA82-70F1-4937-955C-25803E2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277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[Ana araştırma sorusu]</a:t>
            </a:r>
          </a:p>
        </p:txBody>
      </p:sp>
      <p:sp>
        <p:nvSpPr>
          <p:cNvPr id="4" name="scope_label">
            <a:extLst xmlns:a="http://schemas.openxmlformats.org/drawingml/2006/main">
              <a:ext uri="{FF2B5EF4-FFF2-40B4-BE49-F238E27FC236}">
                <a16:creationId xmlns:a16="http://schemas.microsoft.com/office/drawing/2014/main" id="{47BC29DC-6F03-4B74-9471-2DC375D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Kapsam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2B378769-AF0C-4856-BC2D-945C5C1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[Tarih aralığı, araştırma modu ve kapsam sınırları]</a:t>
            </a:r>
          </a:p>
        </p:txBody>
      </p:sp>
      <p:sp>
        <p:nvSpPr>
          <p:cNvPr id="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D786812-6C66-4732-924A-EC119AE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2622906-AF41-409E-854C-63BF8AE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 Araştırma çerçevesi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29EBC533-3198-42FA-96DD-C90CF36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Alt sorular ve kapsam sınırları</a:t>
            </a:r>
          </a:p>
        </p:txBody>
      </p:sp>
      <p:sp>
        <p:nvSpPr>
          <p:cNvPr id="3" name="sub_questions">
            <a:extLst xmlns:a="http://schemas.openxmlformats.org/drawingml/2006/main">
              <a:ext uri="{FF2B5EF4-FFF2-40B4-BE49-F238E27FC236}">
                <a16:creationId xmlns:a16="http://schemas.microsoft.com/office/drawing/2014/main" id="{1DEB28A7-1449-41E4-B5D5-2E40282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[Numaralı alt araştırma soruları]</a:t>
            </a:r>
          </a:p>
        </p:txBody>
      </p:sp>
      <p:sp>
        <p:nvSpPr>
          <p:cNvPr id="4" name="exclusions_label">
            <a:extLst xmlns:a="http://schemas.openxmlformats.org/drawingml/2006/main">
              <a:ext uri="{FF2B5EF4-FFF2-40B4-BE49-F238E27FC236}">
                <a16:creationId xmlns:a16="http://schemas.microsoft.com/office/drawing/2014/main" id="{EB42910E-5E48-4F7D-AA9B-C3C8797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Yakın ama kapsam dışı çalışmalar</a:t>
            </a:r>
          </a:p>
        </p:txBody>
      </p:sp>
      <p:sp>
        <p:nvSpPr>
          <p:cNvPr id="5" name="near_scope_sources">
            <a:extLst xmlns:a="http://schemas.openxmlformats.org/drawingml/2006/main">
              <a:ext uri="{FF2B5EF4-FFF2-40B4-BE49-F238E27FC236}">
                <a16:creationId xmlns:a16="http://schemas.microsoft.com/office/drawing/2014/main" id="{9E0EC302-0E75-44FF-AED4-E6838657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[Kapsam dışı çalışma ve dışlama gerekçesi]</a:t>
            </a:r>
          </a:p>
        </p:txBody>
      </p:sp>
      <p:sp>
        <p:nvSpPr>
          <p:cNvPr id="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81847AF-7E23-4A8F-A4F1-914EB5CB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6566FEE-50DD-4C81-85B4-2D66FF8D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3. Tematik kanıt sentezi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781E155B-AE76-4D4A-9AB0-3932846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3.[n] [Tema başlığı]</a:t>
            </a:r>
          </a:p>
        </p:txBody>
      </p:sp>
      <p:sp>
        <p:nvSpPr>
          <p:cNvPr id="3" name="sections[].synthesis">
            <a:extLst xmlns:a="http://schemas.openxmlformats.org/drawingml/2006/main">
              <a:ext uri="{FF2B5EF4-FFF2-40B4-BE49-F238E27FC236}">
                <a16:creationId xmlns:a16="http://schemas.microsoft.com/office/drawing/2014/main" id="{29421BBE-D934-428F-8146-D7583C55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[Temanın kaynaklandırılmış kanıt sentezi]</a:t>
            </a:r>
          </a:p>
        </p:txBody>
      </p:sp>
      <p:sp>
        <p:nvSpPr>
          <p:cNvPr id="4" name="sections[].citations">
            <a:extLst xmlns:a="http://schemas.openxmlformats.org/drawingml/2006/main">
              <a:ext uri="{FF2B5EF4-FFF2-40B4-BE49-F238E27FC236}">
                <a16:creationId xmlns:a16="http://schemas.microsoft.com/office/drawing/2014/main" id="{8C59A070-4B1C-4CC1-9291-4157432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[Bu temada kullanılan kaynaklar]</a:t>
            </a:r>
          </a:p>
        </p:txBody>
      </p:sp>
      <p:sp>
        <p:nvSpPr>
          <p:cNvPr id="5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4BB1449-039F-49E2-BB12-5CB9976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DF5E4A5-905F-43EF-8343-7C8172E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3. Tematik kanıt sentezi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1612177F-95EC-4DFE-8168-17BEAA9D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3.[n] [Tema başlığı]</a:t>
            </a:r>
          </a:p>
        </p:txBody>
      </p:sp>
      <p:sp>
        <p:nvSpPr>
          <p:cNvPr id="3" name="label_consensus">
            <a:extLst xmlns:a="http://schemas.openxmlformats.org/drawingml/2006/main">
              <a:ext uri="{FF2B5EF4-FFF2-40B4-BE49-F238E27FC236}">
                <a16:creationId xmlns:a16="http://schemas.microsoft.com/office/drawing/2014/main" id="{4BC05AEB-EFD2-422D-A237-34A9BCDE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Ortak yön</a:t>
            </a:r>
          </a:p>
        </p:txBody>
      </p:sp>
      <p:sp>
        <p:nvSpPr>
          <p:cNvPr id="4" name="sections[].consensus">
            <a:extLst xmlns:a="http://schemas.openxmlformats.org/drawingml/2006/main">
              <a:ext uri="{FF2B5EF4-FFF2-40B4-BE49-F238E27FC236}">
                <a16:creationId xmlns:a16="http://schemas.microsoft.com/office/drawing/2014/main" id="{41B977D1-E494-4E7D-91B2-74026CD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[Ortak yön sentezi]</a:t>
            </a:r>
          </a:p>
        </p:txBody>
      </p:sp>
      <p:sp>
        <p:nvSpPr>
          <p:cNvPr id="5" name="label_disagreements">
            <a:extLst xmlns:a="http://schemas.openxmlformats.org/drawingml/2006/main">
              <a:ext uri="{FF2B5EF4-FFF2-40B4-BE49-F238E27FC236}">
                <a16:creationId xmlns:a16="http://schemas.microsoft.com/office/drawing/2014/main" id="{FADF87E2-77BD-456C-9D7C-ABC44E1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Ayrışma / çelişki</a:t>
            </a:r>
          </a:p>
        </p:txBody>
      </p:sp>
      <p:sp>
        <p:nvSpPr>
          <p:cNvPr id="6" name="sections[].disagreements">
            <a:extLst xmlns:a="http://schemas.openxmlformats.org/drawingml/2006/main">
              <a:ext uri="{FF2B5EF4-FFF2-40B4-BE49-F238E27FC236}">
                <a16:creationId xmlns:a16="http://schemas.microsoft.com/office/drawing/2014/main" id="{45E2C319-271F-4D10-91BE-14C9184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[Ayrışma / çelişki sentezi]</a:t>
            </a:r>
          </a:p>
        </p:txBody>
      </p:sp>
      <p:sp>
        <p:nvSpPr>
          <p:cNvPr id="7" name="label_implications">
            <a:extLst xmlns:a="http://schemas.openxmlformats.org/drawingml/2006/main">
              <a:ext uri="{FF2B5EF4-FFF2-40B4-BE49-F238E27FC236}">
                <a16:creationId xmlns:a16="http://schemas.microsoft.com/office/drawing/2014/main" id="{B8ECE95E-F4F5-40E4-927B-AFC968D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Araştırma açısından anlamı</a:t>
            </a:r>
          </a:p>
        </p:txBody>
      </p:sp>
      <p:sp>
        <p:nvSpPr>
          <p:cNvPr id="8" name="sections[].implications">
            <a:extLst xmlns:a="http://schemas.openxmlformats.org/drawingml/2006/main">
              <a:ext uri="{FF2B5EF4-FFF2-40B4-BE49-F238E27FC236}">
                <a16:creationId xmlns:a16="http://schemas.microsoft.com/office/drawing/2014/main" id="{3C2107DF-1053-43E5-8BA2-771CAD8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[Araştırma açısından anlamı sentezi]</a:t>
            </a:r>
          </a:p>
        </p:txBody>
      </p:sp>
      <p:sp>
        <p:nvSpPr>
          <p:cNvPr id="9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11C1EEA-57FE-47A7-857C-1D819053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7841261-F69A-4E0F-8C65-0211F39B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3. Tematik kanıt sentezi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CA43199D-0AB3-4FD8-8082-B503330C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3.[n] [Kaynak figürünün başlığı]</a:t>
            </a:r>
          </a:p>
        </p:txBody>
      </p:sp>
      <p:sp>
        <p:nvSpPr>
          <p:cNvPr id="3" name="figure.asset">
            <a:extLst xmlns:a="http://schemas.openxmlformats.org/drawingml/2006/main">
              <a:ext uri="{FF2B5EF4-FFF2-40B4-BE49-F238E27FC236}">
                <a16:creationId xmlns:a16="http://schemas.microsoft.com/office/drawing/2014/main" id="{321A196C-8E56-43B6-AC14-EA26B59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04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[Kaynak figürü veya araştırma görseli]</a:t>
            </a:r>
          </a:p>
        </p:txBody>
      </p:sp>
      <p:sp>
        <p:nvSpPr>
          <p:cNvPr id="4" name="figure_reading_label">
            <a:extLst xmlns:a="http://schemas.openxmlformats.org/drawingml/2006/main">
              <a:ext uri="{FF2B5EF4-FFF2-40B4-BE49-F238E27FC236}">
                <a16:creationId xmlns:a16="http://schemas.microsoft.com/office/drawing/2014/main" id="{F8B08BF1-2E34-490E-8FFC-7AF5A4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Figürün araştırma açısından anlamı</a:t>
            </a:r>
          </a:p>
        </p:txBody>
      </p:sp>
      <p:sp>
        <p:nvSpPr>
          <p:cNvPr id="5" name="figure.interpretation">
            <a:extLst xmlns:a="http://schemas.openxmlformats.org/drawingml/2006/main">
              <a:ext uri="{FF2B5EF4-FFF2-40B4-BE49-F238E27FC236}">
                <a16:creationId xmlns:a16="http://schemas.microsoft.com/office/drawing/2014/main" id="{63499B8F-8FD3-45A1-8402-588EAF5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[Kaynakta görülen bulgu ve yorum sınırı]</a:t>
            </a:r>
          </a:p>
        </p:txBody>
      </p:sp>
      <p:sp>
        <p:nvSpPr>
          <p:cNvPr id="6" name="figure.caption_attribution">
            <a:extLst xmlns:a="http://schemas.openxmlformats.org/drawingml/2006/main">
              <a:ext uri="{FF2B5EF4-FFF2-40B4-BE49-F238E27FC236}">
                <a16:creationId xmlns:a16="http://schemas.microsoft.com/office/drawing/2014/main" id="{46DC2F14-AD9B-47E8-AD28-746B1B3D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[Şekil açıklaması, kaynak ve kullanım hakkı]</a:t>
            </a:r>
          </a:p>
        </p:txBody>
      </p:sp>
      <p:sp>
        <p:nvSpPr>
          <p:cNvPr id="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9EF358E-FFB9-4602-8090-44AF3A5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A2A92CD6-B30D-4E3F-9177-7B505A6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4. Değerlendirme ve sonuç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6170CF67-C9AD-4BA2-A279-7CA2D2FB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Çalışmalar arası değerlendirme</a:t>
            </a:r>
          </a:p>
        </p:txBody>
      </p:sp>
      <p:sp>
        <p:nvSpPr>
          <p:cNvPr id="3" name="cross_study_assessment">
            <a:extLst xmlns:a="http://schemas.openxmlformats.org/drawingml/2006/main">
              <a:ext uri="{FF2B5EF4-FFF2-40B4-BE49-F238E27FC236}">
                <a16:creationId xmlns:a16="http://schemas.microsoft.com/office/drawing/2014/main" id="{F00F196B-3BC5-4EB9-AF71-79E4C0B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[Çalışmaların birlikte gösterdiği bulgular, ayrışmalar ve karşılaştırma sınırları]</a:t>
            </a:r>
          </a:p>
        </p:txBody>
      </p:sp>
      <p:sp>
        <p:nvSpPr>
          <p:cNvPr id="4" name="assessment_citations">
            <a:extLst xmlns:a="http://schemas.openxmlformats.org/drawingml/2006/main">
              <a:ext uri="{FF2B5EF4-FFF2-40B4-BE49-F238E27FC236}">
                <a16:creationId xmlns:a16="http://schemas.microsoft.com/office/drawing/2014/main" id="{2701EE93-C09A-46A8-885C-4A58210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[Değerlendirmede kullanılan kaynaklar]</a:t>
            </a:r>
          </a:p>
        </p:txBody>
      </p:sp>
      <p:sp>
        <p:nvSpPr>
          <p:cNvPr id="5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525F09C-692C-4870-874D-526509E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379BF9F2-AB5C-47A7-BF8D-D1E58664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4. Değerlendirme ve sonuç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E86949E3-DE1F-4856-89DD-82FAFF1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512FCBE5-B99B-4F7D-A837-8D41BC0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[Ana araştırma sorusunun kanıta dayalı yanıtı]</a:t>
            </a:r>
          </a:p>
        </p:txBody>
      </p:sp>
      <p:sp>
        <p:nvSpPr>
          <p:cNvPr id="4" name="conclusion_citations">
            <a:extLst xmlns:a="http://schemas.openxmlformats.org/drawingml/2006/main">
              <a:ext uri="{FF2B5EF4-FFF2-40B4-BE49-F238E27FC236}">
                <a16:creationId xmlns:a16="http://schemas.microsoft.com/office/drawing/2014/main" id="{FF3B63C5-E71E-4618-832E-F8243BEC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[Sonucu destekleyen kaynaklar]</a:t>
            </a:r>
          </a:p>
        </p:txBody>
      </p:sp>
      <p:sp>
        <p:nvSpPr>
          <p:cNvPr id="5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756B5D6-69E3-457C-9C24-248218F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4F3203E-AAC0-4D6C-880A-59B3455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4. Değerlendirme ve sonuç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18B83037-019E-4FA0-96BA-91F97AD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Belirsizlikler ve araştırma boşlukları</a:t>
            </a:r>
          </a:p>
        </p:txBody>
      </p:sp>
      <p:sp>
        <p:nvSpPr>
          <p:cNvPr id="3" name="uncertainty">
            <a:extLst xmlns:a="http://schemas.openxmlformats.org/drawingml/2006/main">
              <a:ext uri="{FF2B5EF4-FFF2-40B4-BE49-F238E27FC236}">
                <a16:creationId xmlns:a16="http://schemas.microsoft.com/office/drawing/2014/main" id="{841E8506-73CD-4CE2-B15B-AD58F3D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[Kanıtın sınırları, yanıtlanamayan sorular ve araştırma boşlukları]</a:t>
            </a:r>
          </a:p>
        </p:txBody>
      </p:sp>
      <p:sp>
        <p:nvSpPr>
          <p:cNvPr id="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C1E73CC-10C2-4319-BFD9-CEEB98EE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B743B10-F0E3-418E-A7A5-2D6DFE0F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A. Yöntem ve kapsam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A1492B48-0C9C-4313-8EDD-D3B1492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Yöntem, kapsam ve yeniden üretilebilirlik</a:t>
            </a:r>
          </a:p>
        </p:txBody>
      </p:sp>
      <p:sp>
        <p:nvSpPr>
          <p:cNvPr id="3" name="method">
            <a:extLst xmlns:a="http://schemas.openxmlformats.org/drawingml/2006/main">
              <a:ext uri="{FF2B5EF4-FFF2-40B4-BE49-F238E27FC236}">
                <a16:creationId xmlns:a16="http://schemas.microsoft.com/office/drawing/2014/main" id="{A30335A0-1145-4C19-874A-9F69EDCF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[Araştırma yöntemi ve yeniden üretilebilirlik bilgileri]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0" y="2000250"/>
          <a:ext xmlns:a="http://schemas.openxmlformats.org/drawingml/2006/main" cx="5524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1571625"/>
              </a:tblGrid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Ölçüt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Değer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Kaynak ailesi kapsamı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Sorgu dalı kapsamı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İddia denetim kapsamı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Tahmini tamlık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Çözülmemiş ana iddia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[Adet]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un_metadata">
            <a:extLst xmlns:a="http://schemas.openxmlformats.org/drawingml/2006/main">
              <a:ext uri="{FF2B5EF4-FFF2-40B4-BE49-F238E27FC236}">
                <a16:creationId xmlns:a16="http://schemas.microsoft.com/office/drawing/2014/main" id="{BD49FB3F-067D-4270-BE64-C4E45F2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[Çalışma kimliği, üretim zamanı ve rapor sürümü]</a:t>
            </a:r>
          </a:p>
        </p:txBody>
      </p:sp>
      <p:sp>
        <p:nvSpPr>
          <p:cNvPr id="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857A2A5-6C38-4607-9A9E-400F0F85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EFC3C30-2656-4175-B8E8-C96907E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B. Literatürün konu haritası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D9E4DF4A-D089-4FA0-9903-6D36BFD8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Literatürün konu haritası</a:t>
            </a:r>
          </a:p>
        </p:txBody>
      </p:sp>
      <p:sp>
        <p:nvSpPr>
          <p:cNvPr id="3" name="contribution_landscape">
            <a:extLst xmlns:a="http://schemas.openxmlformats.org/drawingml/2006/main">
              <a:ext uri="{FF2B5EF4-FFF2-40B4-BE49-F238E27FC236}">
                <a16:creationId xmlns:a16="http://schemas.microsoft.com/office/drawing/2014/main" id="{6BA72EFE-2E74-48DC-84EB-056EC11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381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[Araştırma katkısı dağılımı]</a:t>
            </a:r>
          </a:p>
        </p:txBody>
      </p:sp>
      <p:sp>
        <p:nvSpPr>
          <p:cNvPr id="4" name="theme_evidence_map">
            <a:extLst xmlns:a="http://schemas.openxmlformats.org/drawingml/2006/main">
              <a:ext uri="{FF2B5EF4-FFF2-40B4-BE49-F238E27FC236}">
                <a16:creationId xmlns:a16="http://schemas.microsoft.com/office/drawing/2014/main" id="{EB664CAF-657E-466E-B6B2-9422B7A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381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[Tema–kanıt haritası]</a:t>
            </a:r>
          </a:p>
        </p:txBody>
      </p:sp>
      <p:sp>
        <p:nvSpPr>
          <p:cNvPr id="5" name="landscape_caption">
            <a:extLst xmlns:a="http://schemas.openxmlformats.org/drawingml/2006/main">
              <a:ext uri="{FF2B5EF4-FFF2-40B4-BE49-F238E27FC236}">
                <a16:creationId xmlns:a16="http://schemas.microsoft.com/office/drawing/2014/main" id="{9DB7FA88-5A2B-4EFC-9A1F-8ED17578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[Görsel açıklamaları ve ilgili kaynaklar]</a:t>
            </a:r>
          </a:p>
        </p:txBody>
      </p:sp>
      <p:sp>
        <p:nvSpPr>
          <p:cNvPr id="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3B73B7-3313-42EF-A6F5-B1C84D6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421AEA8-85DF-49EC-AC2F-6B5F6D3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C. Tam kaynak kataloğu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22DEDE45-0051-4448-BF54-3316FE3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Tam kaynak kataloğu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2000250"/>
          <a:ext xmlns:a="http://schemas.openxmlformats.org/drawingml/2006/main" cx="11277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762000"/>
                <a:gridCol w="1333500"/>
                <a:gridCol w="5276850"/>
                <a:gridCol w="1905000"/>
                <a:gridCol w="11430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Kaynak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Yıl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Tür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Başlık / bağlantı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Connector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Kanıt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[Yıl]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[Tür]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[Kaynak başlığı ve URL]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[Sağlayıcı]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[Adet]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[Yıl]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[Tür]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[Kaynak başlığı ve URL]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[Sağlayıcı]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[Adet]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[Yıl]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[Tür]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[Kaynak başlığı ve URL]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[Sağlayıcı]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[Adet]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[Yıl]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[Tür]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[Kaynak başlığı ve URL]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[Sağlayıcı]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[Adet]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6BB991-3F18-4EC3-9BBB-EC68516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897241DF-C99F-4AEF-B7DC-8B0502C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Ek D. Denetlenmiş iddia kaydı</a:t>
            </a:r>
          </a:p>
        </p:txBody>
      </p:sp>
      <p:sp>
        <p:nvSpPr>
          <p:cNvPr id="2" name="content_heading">
            <a:extLst xmlns:a="http://schemas.openxmlformats.org/drawingml/2006/main">
              <a:ext uri="{FF2B5EF4-FFF2-40B4-BE49-F238E27FC236}">
                <a16:creationId xmlns:a16="http://schemas.microsoft.com/office/drawing/2014/main" id="{A34C9498-4252-4938-8D24-BEA66095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Denetlenmiş iddia kaydı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2000250"/>
          <a:ext xmlns:a="http://schemas.openxmlformats.org/drawingml/2006/main" cx="11277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4476750"/>
                <a:gridCol w="1619250"/>
                <a:gridCol w="1047750"/>
                <a:gridCol w="1333500"/>
                <a:gridCol w="199072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İddia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Metin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Durum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Güven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Soru ilgisi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Kaynaklar</a:t>
                      </a:r>
                    </a:p>
                  </a:txBody>
                  <a:tcPr marL="91440" marR="91440" marT="45720" marB="45720">
                    <a:solidFill>
                      <a:srgbClr val="D90919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[Cnn]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[Denetlenmiş iddia metni]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[Durum]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[Cnn]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[Denetlenmiş iddia metni]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[Durum]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[Cnn]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[Denetlenmiş iddia metni]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[Durum]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[Cnn]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[Denetlenmiş iddia metni]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[Durum]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[Değer]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555555"/>
                          </a:solidFill>
                          <a:latin typeface="Arial"/>
                          <a:ea typeface="Arial"/>
                          <a:cs typeface="Arial"/>
                        </a:rPr>
                        <a:t>[Snn]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BB7E961-441C-440E-8C43-4C98BD0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96268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9" name="Google Shape;26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a67701881f47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54634" y="-39678"/>
            <a:ext cx="12301268" cy="69373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7" name="Google Shape;267;p14">
            <a:extLst xmlns:a="http://schemas.openxmlformats.org/drawingml/2006/main">
              <a:ext uri="{FF2B5EF4-FFF2-40B4-BE49-F238E27FC236}">
                <a16:creationId xmlns:a16="http://schemas.microsoft.com/office/drawing/2014/main" id="{9F48A691-6656-4201-A98D-B65CD91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79" y="2890390"/>
            <a:ext cx="9221638" cy="1323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CANAN BAYRAKTAR TOPLUM SAĞLIĞI VAKFI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TEŞEKKÜRLER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90371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2026-09-11T08:50:05.3240000Z</dcterms:created>
  <dcterms:modified xsi:type="dcterms:W3CDTF">2026-09-11T08:50:05.3240000Z</dcterms:modified>
</coreProperties>
</file>