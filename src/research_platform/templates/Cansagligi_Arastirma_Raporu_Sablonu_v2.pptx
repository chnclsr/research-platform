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07626aa2d56345cb" Type="http://schemas.openxmlformats.org/officeDocument/2006/relationships/officeDocument" Target="ppt/presentation.xml"/><Relationship Id="R2e5265946dd444a7" Type="http://schemas.openxmlformats.org/officeDocument/2006/relationships/extended-properties" Target="docProps/app.xml"/><Relationship Id="R82bf1a976f3e4460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97471b682149486a"/>
  </p:sldMasterIdLst>
  <p:notesMasterIdLst>
    <p:notesMasterId xmlns:r="http://schemas.openxmlformats.org/officeDocument/2006/relationships" r:id="Ra452f1de482c4ad2"/>
  </p:notesMasterIdLst>
  <p:sldIdLst/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4AB455EE-8E2A-451E-81A0-3B3D5D47B9E5}">
  <a:tblStyle styleId="{4AB455EE-8E2A-451E-81A0-3B3D5D47B9E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05D20628-CF48-428B-987F-1C69FC4D74B5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54b8ba57e095474f" Type="http://schemas.openxmlformats.org/officeDocument/2006/relationships/tableStyles" Target="tableStyles.xml"/><Relationship Id="R97471b682149486a" Type="http://schemas.openxmlformats.org/officeDocument/2006/relationships/slideMaster" Target="slideMasters/slideMaster1.xml"/><Relationship Id="Ra452f1de482c4ad2" Type="http://schemas.openxmlformats.org/officeDocument/2006/relationships/notesMaster" Target="notesMasters/notesMaster1.xml"/><Relationship Id="Rcf124bb5a18a4649" Type="http://schemas.openxmlformats.org/officeDocument/2006/relationships/presProps" Target="presProps.xml"/><Relationship Id="Re941c93546ee478e" Type="http://schemas.openxmlformats.org/officeDocument/2006/relationships/theme" Target="theme/theme1.xml"/></Relationships>
</file>

<file path=ppt/notesMasters/_rels/notesMaster1.xml.rels><?xml version='1.0' encoding='UTF-8' standalone='yes'?>
<Relationships xmlns="http://schemas.openxmlformats.org/package/2006/relationships"><Relationship Id="R62da7f997618443b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Layouts/_rels/slideLayout4.xml.rels><?xml version='1.0' encoding='UTF-8' standalone='yes'?>
<Relationships xmlns="http://schemas.openxmlformats.org/package/2006/relationships"><Relationship Id="R220aaa6548cb4d5b" Type="http://schemas.openxmlformats.org/officeDocument/2006/relationships/slideMaster" Target="../slideMasters/slideMaster1.xml"/></Relationships>
</file>

<file path=ppt/slideLayouts/slideLayout4.xml><?xml version="1.0" encoding="utf-8"?>
<p:sldLayout xmlns:p="http://schemas.openxmlformats.org/presentationml/2006/main" matchingName="Title and Content" type="obj">
  <p:cSld name="Rapo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39cbb66dd2e34e81" Type="http://schemas.openxmlformats.org/officeDocument/2006/relationships/theme" Target="theme/theme2.xml"/><Relationship Id="Rf9b25d8b3197440d" Type="http://schemas.openxmlformats.org/officeDocument/2006/relationships/slideLayout" Target="../slideLayouts/slideLayout4.xml"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15">
            <a:extLst xmlns:a="http://schemas.openxmlformats.org/drawingml/2006/main">
              <a:ext uri="{FF2B5EF4-FFF2-40B4-BE49-F238E27FC236}">
                <a16:creationId xmlns:a16="http://schemas.microsoft.com/office/drawing/2014/main" id="{2B824C2C-2842-4836-9BAA-A85A713CE9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cap="none">
                <a:solidFill>
                  <a:schemeClr val="dk1"/>
                </a:solidFill>
                <a:latin typeface="Arial"/>
                <a:ea typeface="Calibri"/>
                <a:cs typeface="Calibri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1" name="Google Shape;11;p15">
            <a:extLst xmlns:a="http://schemas.openxmlformats.org/drawingml/2006/main">
              <a:ext uri="{FF2B5EF4-FFF2-40B4-BE49-F238E27FC236}">
                <a16:creationId xmlns:a16="http://schemas.microsoft.com/office/drawing/2014/main" id="{4DC379D0-1E44-4E7D-AB8A-9A1F4F3A8B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cap="none">
                <a:solidFill>
                  <a:schemeClr val="dk1"/>
                </a:solidFill>
                <a:latin typeface="Arial"/>
                <a:ea typeface="Calibri"/>
                <a:cs typeface="Calibri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Arial"/>
                <a:ea typeface="Calibri"/>
                <a:cs typeface="Calibri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Arial"/>
                <a:ea typeface="Calibri"/>
                <a:cs typeface="Calibri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Calibri"/>
                <a:cs typeface="Calibri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Calibri"/>
                <a:cs typeface="Calibri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2" name="Google Shape;12;p15">
            <a:extLst xmlns:a="http://schemas.openxmlformats.org/drawingml/2006/main">
              <a:ext uri="{FF2B5EF4-FFF2-40B4-BE49-F238E27FC236}">
                <a16:creationId xmlns:a16="http://schemas.microsoft.com/office/drawing/2014/main" id="{952D55BB-0EDB-49D3-B527-8BA3867280E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Calibri"/>
                <a:cs typeface="Calibri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3" name="Google Shape;13;p15">
            <a:extLst xmlns:a="http://schemas.openxmlformats.org/drawingml/2006/main">
              <a:ext uri="{FF2B5EF4-FFF2-40B4-BE49-F238E27FC236}">
                <a16:creationId xmlns:a16="http://schemas.microsoft.com/office/drawing/2014/main" id="{8CB3404A-702B-4838-AD98-379091816ED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Calibri"/>
                <a:cs typeface="Calibri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4" name="Google Shape;14;p15">
            <a:extLst xmlns:a="http://schemas.openxmlformats.org/drawingml/2006/main">
              <a:ext uri="{FF2B5EF4-FFF2-40B4-BE49-F238E27FC236}">
                <a16:creationId xmlns:a16="http://schemas.microsoft.com/office/drawing/2014/main" id="{AA8359FC-C015-4207-8B9B-2DCCE1F547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52" r:id="Rf9b25d8b3197440d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2026-09-11T08:50:05.3240000Z</dcterms:created>
  <dcterms:modified xsi:type="dcterms:W3CDTF">2026-09-11T08:50:05.3240000Z</dcterms:modified>
</coreProperties>
</file>